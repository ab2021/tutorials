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9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 ·   INTERVIEW PREPARATION SERIES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Roadmap 2026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 ·  HLD  ·  LLD  ·  ML System Design  ·  GenAI  ·  Agentic AI  ·  MCP  ·  A2A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312164" cy="411480"/>
          </a:xfrm>
          <a:prstGeom prst="roundRect">
            <a:avLst>
              <a:gd name="adj" fmla="val 17778"/>
            </a:avLst>
          </a:prstGeom>
          <a:solidFill>
            <a:srgbClr val="1B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37760"/>
            <a:ext cx="13121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Episodes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43684" y="4937760"/>
            <a:ext cx="1120140" cy="411480"/>
          </a:xfrm>
          <a:prstGeom prst="roundRect">
            <a:avLst>
              <a:gd name="adj" fmla="val 17778"/>
            </a:avLst>
          </a:prstGeom>
          <a:solidFill>
            <a:srgbClr val="1B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2043684" y="4937760"/>
            <a:ext cx="11201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46704" y="493776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2438"/>
          </a:solidFill>
          <a:ln/>
        </p:spPr>
      </p:sp>
      <p:sp>
        <p:nvSpPr>
          <p:cNvPr id="17" name="Text 15"/>
          <p:cNvSpPr/>
          <p:nvPr/>
        </p:nvSpPr>
        <p:spPr>
          <a:xfrm>
            <a:off x="3346704" y="49377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Design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9784" y="4937760"/>
            <a:ext cx="2176272" cy="411480"/>
          </a:xfrm>
          <a:prstGeom prst="roundRect">
            <a:avLst>
              <a:gd name="adj" fmla="val 17778"/>
            </a:avLst>
          </a:prstGeom>
          <a:solidFill>
            <a:srgbClr val="1B243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9784" y="493776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Practice Problems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1371600"/>
            <a:ext cx="822960" cy="822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is the most important round in 2026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ago this was only for ML engineers.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role includes this round.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Ask System Design Rounds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520440" cy="402336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920240"/>
            <a:ext cx="352044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AI Labs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28346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AI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51960" y="1920240"/>
            <a:ext cx="3520440" cy="402336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1960" y="1920240"/>
            <a:ext cx="35204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452628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Tech (FAANG)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526280" y="28346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955280" y="1920240"/>
            <a:ext cx="3520440" cy="402336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8" name="Shape 15"/>
          <p:cNvSpPr/>
          <p:nvPr/>
        </p:nvSpPr>
        <p:spPr>
          <a:xfrm>
            <a:off x="7955280" y="1920240"/>
            <a:ext cx="35204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2194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Startups &amp; Infra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0" y="283464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· Modal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· LangChain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· Sierra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· Robinhood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System Design Matters So Much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1064240" cy="118872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0116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011680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920240" y="21945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decides your salary and level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920240" y="26700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pass/fail — this round determines your role and package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11064240" cy="118872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3832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383280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92024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interviews now include GenAI questions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920240" y="40416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Amazon &amp; Anthropic recruiters — LLMs, hallucination, prompt engineering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7548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754880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1920240" y="49377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explain your thinking out loud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920240" y="541324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DeepMind, Anthropic evaluate how you reason, not just the diagram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Questions Asked at These Companies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103120"/>
            <a:ext cx="9144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103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 system for an LLM responding to a user query"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108960"/>
            <a:ext cx="9144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108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 customer-support chatbot on top of an LLM"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4114800"/>
            <a:ext cx="9144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114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safeguards for an AI agent that takes actions for a user"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" y="5120640"/>
            <a:ext cx="9144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120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"Distribute a huge model-weights file to thousands of machines"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questions is covered in this series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Roadmap — 5 Modules, 42 Episodes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1828800"/>
            <a:ext cx="91440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8288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691640" y="18288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Foundations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595360" y="18288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01–12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332720" y="2029968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61E33"/>
          </a:solidFill>
          <a:ln/>
        </p:spPr>
      </p:sp>
      <p:sp>
        <p:nvSpPr>
          <p:cNvPr id="15" name="Text 12"/>
          <p:cNvSpPr/>
          <p:nvPr/>
        </p:nvSpPr>
        <p:spPr>
          <a:xfrm>
            <a:off x="10332720" y="20299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8C  4P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724912"/>
            <a:ext cx="11064240" cy="77724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2724912"/>
            <a:ext cx="9144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72491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691640" y="2724912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Design (HLD)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595360" y="27249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13–17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332720" y="29260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61E33"/>
          </a:solidFill>
          <a:ln/>
        </p:spPr>
      </p:sp>
      <p:sp>
        <p:nvSpPr>
          <p:cNvPr id="22" name="Text 19"/>
          <p:cNvSpPr/>
          <p:nvPr/>
        </p:nvSpPr>
        <p:spPr>
          <a:xfrm>
            <a:off x="1033272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0C  5P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621024"/>
            <a:ext cx="11064240" cy="77724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" y="3621024"/>
            <a:ext cx="9144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621024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691640" y="3621024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Level Design (LLD)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8595360" y="3621024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18–27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332720" y="3822192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61E33"/>
          </a:solidFill>
          <a:ln/>
        </p:spPr>
      </p:sp>
      <p:sp>
        <p:nvSpPr>
          <p:cNvPr id="29" name="Text 26"/>
          <p:cNvSpPr/>
          <p:nvPr/>
        </p:nvSpPr>
        <p:spPr>
          <a:xfrm>
            <a:off x="10332720" y="38221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4C  6P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17136"/>
            <a:ext cx="11064240" cy="77724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31" name="Shape 28"/>
          <p:cNvSpPr/>
          <p:nvPr/>
        </p:nvSpPr>
        <p:spPr>
          <a:xfrm>
            <a:off x="548640" y="4517136"/>
            <a:ext cx="9144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4517136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1691640" y="4517136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ML, GenAI &amp; Agentic AI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8595360" y="4517136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28–40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0332720" y="4718304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61E33"/>
          </a:solidFill>
          <a:ln/>
        </p:spPr>
      </p:sp>
      <p:sp>
        <p:nvSpPr>
          <p:cNvPr id="36" name="Text 33"/>
          <p:cNvSpPr/>
          <p:nvPr/>
        </p:nvSpPr>
        <p:spPr>
          <a:xfrm>
            <a:off x="10332720" y="47183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5C  8P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5413248"/>
            <a:ext cx="11064240" cy="777240"/>
          </a:xfrm>
          <a:prstGeom prst="rect">
            <a:avLst/>
          </a:prstGeom>
          <a:solidFill>
            <a:srgbClr val="1B2438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5413248"/>
            <a:ext cx="91440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6"/>
          <p:cNvSpPr/>
          <p:nvPr/>
        </p:nvSpPr>
        <p:spPr>
          <a:xfrm>
            <a:off x="548640" y="541324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1691640" y="541324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Finale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8595360" y="541324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41–42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10332720" y="5614416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161E33"/>
          </a:solidFill>
          <a:ln/>
        </p:spPr>
      </p:sp>
      <p:sp>
        <p:nvSpPr>
          <p:cNvPr id="43" name="Text 40"/>
          <p:cNvSpPr/>
          <p:nvPr/>
        </p:nvSpPr>
        <p:spPr>
          <a:xfrm>
            <a:off x="10332720" y="56144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0C  2P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Foundations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01–12  ·  Core building blocks, all taught with AI examples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Balancer, Caching, Databases, Message Queues</a:t>
            </a:r>
            <a:endParaRPr lang="en-US" sz="1800" dirty="0"/>
          </a:p>
          <a:p>
            <a:pPr marL="228600" indent="-2286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DB, Blob Storage — what to use for AI systems</a:t>
            </a:r>
            <a:endParaRPr lang="en-US" sz="1800" dirty="0"/>
          </a:p>
          <a:p>
            <a:pPr marL="228600" indent="-2286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Sharding, Replication, CAP &amp; PACELC Theorem</a:t>
            </a:r>
            <a:endParaRPr lang="en-US" sz="1800" dirty="0"/>
          </a:p>
          <a:p>
            <a:pPr marL="228600" indent="-228600">
              <a:lnSpc>
                <a:spcPct val="160000"/>
              </a:lnSpc>
              <a:buSzPct val="100000"/>
              <a:buChar char="•"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URL Shortener, Rate Limiter, WhatsApp, Notification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D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Level Design (HLD)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13–17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YouTube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Uber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Twitter Feed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Search Autocomplete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DynamoDB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0760" y="1371600"/>
            <a:ext cx="0" cy="438912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C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Level Design (LLD)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5508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18–27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OOP, SOLID, Design Patterns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 System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BookMyShow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/ LFU Cache</a:t>
            </a:r>
            <a:endParaRPr lang="en-US" sz="16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Splitwise, Hotel, Ride Sharing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THE HEART OF THE SERIES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ML, GenAI &amp; Agentic AI System Design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C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28–40  ·  60% of 2026 AI interviews focus here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System Design framework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Recommendation, Fraud Detection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 + Vector DB at scale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+ Semantic Caching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0" y="33832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A2A Protocol (2026 standards)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Guardrails + Evals + Prompt Versioning</a:t>
            </a:r>
            <a:endParaRPr lang="en-US" sz="1600" dirty="0"/>
          </a:p>
          <a:p>
            <a:pPr marL="190500" indent="-1905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AI Resume Analyzer, Perplexity Search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GRAND FINALE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LLD + Full Mock Interview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design of AI Agent Orchestrator + RAG Pipeline</a:t>
            </a:r>
            <a:endParaRPr lang="en-US" sz="18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E8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45-minute live mock interview walkthrough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Practice Problems — more than half the series is hands-on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5005251" cy="5486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" name="Shape 7"/>
          <p:cNvSpPr/>
          <p:nvPr/>
        </p:nvSpPr>
        <p:spPr>
          <a:xfrm>
            <a:off x="5553891" y="4663440"/>
            <a:ext cx="6058989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663440"/>
            <a:ext cx="500525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Concept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53891" y="4663440"/>
            <a:ext cx="605898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Practice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Follow This Series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505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304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63040" y="267004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in order — start at Module 1, each module builds on the last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5643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310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working?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463040" y="367588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straight to any episode you want to revise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622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/ pin the playlist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463040" y="468172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like a course, not random videos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1B243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6811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3218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PDF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1463040" y="568756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roadmap PDF is in the description and comments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1188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457200"/>
            <a:ext cx="118872" cy="11887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457200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457200"/>
            <a:ext cx="118872" cy="1188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457200"/>
            <a:ext cx="118872" cy="1188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8016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Started!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System Design Framework + Estimation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108960" y="42976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👍 LIKE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349240" y="42976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534924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SUBSCRIBE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589520" y="42976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COMMENT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below — which module are you most excited for?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AmanAI Lab  ·  amanailab.com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6400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Design — Complete Roadmap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System Design Series - Day 0</dc:title>
  <dc:subject>PptxGenJS Presentation</dc:subject>
  <dc:creator>AmanAI Lab</dc:creator>
  <cp:lastModifiedBy>AmanAI Lab</cp:lastModifiedBy>
  <cp:revision>1</cp:revision>
  <dcterms:created xsi:type="dcterms:W3CDTF">2026-05-26T06:32:52Z</dcterms:created>
  <dcterms:modified xsi:type="dcterms:W3CDTF">2026-05-26T06:32:52Z</dcterms:modified>
</cp:coreProperties>
</file>